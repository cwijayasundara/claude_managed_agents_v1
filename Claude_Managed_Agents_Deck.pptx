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274320"/>
            <a:ext cx="2011680" cy="201168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Managed Agents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the Advisor Strategy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Agentic Applications with Anthropic's Platform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Claude Managed Agents?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7548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64008" cy="3291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Pre-built, configurable agent harness that runs on Anthropic's managed infrastructure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build your own agent loop, sandbox, or tool execution layer. Claude autonomously reads files, runs commands, browses the web, and executes code in secure containers.</a:t>
            </a:r>
            <a:endParaRPr lang="en-US" sz="12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prompt caching, context compaction, and performance optimizations for efficient, high-quality agent outputs.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long-running tasks and asynchronous workloads that span minutes or hours.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57784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API vs. Managed Agents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54480"/>
          <a:ext cx="32004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371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Fine-grained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Pre-built harness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Self-managed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containers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loops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Long-running async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provide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+ custom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Managed Agents — 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Concepts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37160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4904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54480" y="1783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system prompt, tools, MCP servers, and skills. Created once, referenced by ID across sessions.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3716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49047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669280" y="1783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template with pre-installed packages, network access rules, and mounted files.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20040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31927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554480" y="3611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agent instance performing a specific task. Produces an event stream and output files.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6344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200400"/>
            <a:ext cx="594360" cy="59436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31927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5669280" y="3611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exchanged between your app and the agent: user turns, tool results, status updates via SSE.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19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Managed Agents — Core Concepts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417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8700" y="12344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0287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Agent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model, prompt, tools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84248" y="1645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94560" y="1097280"/>
            <a:ext cx="1417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74620" y="12344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6746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86000" y="17830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Env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286000" y="2103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+ packages + network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30168" y="1645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40480" y="1097280"/>
            <a:ext cx="1417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20540" y="12344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3205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31920" y="17830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Session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31920" y="2103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agent in environment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76088" y="1645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0" y="1097280"/>
            <a:ext cx="1417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66460" y="12344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59664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77840" y="17830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Events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577840" y="2103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 of tool calls &amp; output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22008" y="1645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132320" y="1097280"/>
            <a:ext cx="1417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12380" y="12344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76123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223760" y="17830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Results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223760" y="2103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files, archive session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Tools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8640" y="3383280"/>
            <a:ext cx="1078992" cy="41148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38328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719072" y="3383280"/>
            <a:ext cx="1078992" cy="41148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7" name="Text 35"/>
          <p:cNvSpPr/>
          <p:nvPr/>
        </p:nvSpPr>
        <p:spPr>
          <a:xfrm>
            <a:off x="1719072" y="338328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 / Edit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889504" y="3383280"/>
            <a:ext cx="1078992" cy="41148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9" name="Text 37"/>
          <p:cNvSpPr/>
          <p:nvPr/>
        </p:nvSpPr>
        <p:spPr>
          <a:xfrm>
            <a:off x="2889504" y="338328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 / Grep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059936" y="3383280"/>
            <a:ext cx="1078992" cy="41148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41" name="Text 39"/>
          <p:cNvSpPr/>
          <p:nvPr/>
        </p:nvSpPr>
        <p:spPr>
          <a:xfrm>
            <a:off x="4059936" y="338328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230368" y="3383280"/>
            <a:ext cx="1078992" cy="41148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43" name="Text 41"/>
          <p:cNvSpPr/>
          <p:nvPr/>
        </p:nvSpPr>
        <p:spPr>
          <a:xfrm>
            <a:off x="5230368" y="338328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Fetch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00800" y="3383280"/>
            <a:ext cx="1078992" cy="41148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0" y="338328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571232" y="3383280"/>
            <a:ext cx="1078992" cy="41148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47" name="Text 45"/>
          <p:cNvSpPr/>
          <p:nvPr/>
        </p:nvSpPr>
        <p:spPr>
          <a:xfrm>
            <a:off x="7571232" y="338328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 |  Context Compaction  |  File System Persistence  |  Network Access Rules  |  Mid-execution Steering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Managed Agents —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Advisor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a fast executor with a smarter advisor for near-Opus quality at lower cost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2918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 or Sonnet 4.6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agentic loop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tools &amp; writes code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WHEN to consult advisor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bulk of output tokens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3192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</a:rPr>
              <a:t>▶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94760" y="2834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</a:rPr>
              <a:t>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94760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393192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3317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full conversation transcript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strategic plans (400-700 tokens)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server-side, no extra round trips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within a single API request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8138160" cy="41148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062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 Opus-quality guidance  +  bulk generation at Haiku/Sonnet rates  =  significant cost savings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Strategy — Overview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 Tool — Under the Hood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143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emits server_tool_use with name: "advisor"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27432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runs separate inference on Opus with full transcript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286000"/>
            <a:ext cx="27432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606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returns plan as advisor_tool_result block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017520"/>
            <a:ext cx="27432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3375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337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continues generation, informed by advice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Compatibility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417320"/>
          <a:ext cx="3474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5120640" y="2743200"/>
            <a:ext cx="3474720" cy="169164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30352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Call Advisor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0352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substantive work begins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task is complete (validate)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stuck or errors are recurring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changing approach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Strategy — Technical Details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Efficiency &amp; Billing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/ 1M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/ 1M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4.5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4.6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4.6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74320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Output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400-700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31520" y="3611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advisor response — short plans, not full generation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83280" y="274320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6616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566160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60-80%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3566160" y="3611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6616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running Opus as the primary model for all tokens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17920" y="274320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0080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Break-even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0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3+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6400800" y="3611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advisor caching for conversations with 3+ advisor calls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Billing Model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Experiments: 1 &amp;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claude_managed_agents repository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1: Web Research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researches latest agentic AI developments using web search and produces a self-contained HTML dashboard with clean styling and key insights.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 Demonstrated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lifecycle: create → run → teardown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event streaming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download from agent outputs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agent/environment IDs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188720"/>
            <a:ext cx="402336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2: Stock Analyst — Custom Tools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057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analyzes tech stocks (AAPL, GOOGL, MSFT, etc.) using custom tools that execute locally on your machine. Produces an HTML stock dashboard.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 Demonstrated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0175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 round-trip (client-side execution)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idle → execute → send result → resume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agent.custom_tool_use event handling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Prebuilt + custom tools together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Experiments 1 &amp;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Experiments: 3 &amp; 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claude_managed_agents repository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402336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3: Data Analyst — File Upload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a CSV file into the agent container and analyzes product sales data (6 months, 3 products, 2 regions) with pandas/matplotlib. No internet access.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 Demonstrated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via Files API + mount_path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networking (no allowed hosts)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Per-tool config (disable web_search/fetch)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 processing in isolation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188720"/>
            <a:ext cx="4023360" cy="4572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4: Advisor Tool Pattern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057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Messages API with the advisor tool: Haiku executor consults Opus advisor for architecture design tasks. Shows single-turn, multi-turn, and cost comparison.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 Demonstrated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0175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advisor_20260301 tool type definition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caching for multi-turn advice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Preserving advisor_tool_result in history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tracking: executor vs advisor tokens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Experiments 3 &amp; 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7C3AED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handle the agentic loop — you provide config, they handle execution and infrastructure.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764792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6733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tools enable client-side execution with automatic round-trip handling for proprietary logic.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38658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29514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resources + restricted networking enable secure, isolated data processing workloads.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008376"/>
            <a:ext cx="201168" cy="201168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91693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Strategy delivers near-Opus intelligence at a fraction of the cost via smart planning + fast execution.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630168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538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streaming provides real-time visibility into agent progress and supports mid-execution steering.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platform.claude.com/docs/en/managed-agents/overview   |   Advisor: platform.claude.com/docs/en/agents-and-tools/tool-use/advisor-tool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Managed Agents &amp; Advisor Strategy</dc:title>
  <dc:subject>PptxGenJS Presentation</dc:subject>
  <dc:creator>C K</dc:creator>
  <cp:lastModifiedBy>C K</cp:lastModifiedBy>
  <cp:revision>1</cp:revision>
  <dcterms:created xsi:type="dcterms:W3CDTF">2026-04-10T07:10:40Z</dcterms:created>
  <dcterms:modified xsi:type="dcterms:W3CDTF">2026-04-10T07:10:40Z</dcterms:modified>
</cp:coreProperties>
</file>